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214C45"/>
          </a:solidFill>
          <a:ln w="12700">
            <a:solidFill>
              <a:srgbClr val="214C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本期營運會議（2026-10-03）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7E6D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資料到 2026-08-03｜上期 2026-08-01～2026-08-01（1 天）｜本期 2026-08-02～2026-08-02（1 天）｜通路：DTC、MARKETPLACE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4C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兩個關鍵差額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197864"/>
            <a:ext cx="1965960" cy="950976"/>
          </a:xfrm>
          <a:prstGeom prst="rect">
            <a:avLst/>
          </a:prstGeom>
          <a:solidFill>
            <a:srgbClr val="F5F7F5"/>
          </a:solidFill>
          <a:ln w="9525">
            <a:solidFill>
              <a:srgbClr val="E2E9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97864"/>
            <a:ext cx="1965960" cy="95097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淨營收</a:t>
            </a:r>
            <a:endParaRPr lang="en-US" sz="1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77F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+220.00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上期 2,250.00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本期 2,470.00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23160" y="1197864"/>
            <a:ext cx="1965960" cy="950976"/>
          </a:xfrm>
          <a:prstGeom prst="rect">
            <a:avLst/>
          </a:prstGeom>
          <a:solidFill>
            <a:srgbClr val="F5F7F5"/>
          </a:solidFill>
          <a:ln w="9525">
            <a:solidFill>
              <a:srgbClr val="E2E9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23160" y="1197864"/>
            <a:ext cx="1965960" cy="95097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扣廣告後貢獻</a:t>
            </a:r>
            <a:endParaRPr lang="en-US" sz="1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AD53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-315.00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上期 570.00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本期 255.00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224028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4C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本期三件事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2478024"/>
            <a:ext cx="40233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43C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營收多了 220 元，但扣完廣告反而少賺 315 元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對貢獻影響 -315.00｜下一步：看拆解找出吃掉貢獻的前兩項，到通路健檢確認是哪個通路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43C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折扣率從 8.00% 升到 14.52%，折扣多花 250 元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對貢獻影響 -250.00｜下一步：列出本期促銷檔期，核對折扣有沒有換到足夠銷量；評估下一檔折扣深度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43C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廣告佔比從 13.33% 升到 18.22%，廣告多花 150 元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對貢獻影響 -150.00｜下一步：比對各媒體的 ROAS，先縮減表現最差的活動，設定每週檢查點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0" y="960120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4C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通路表｜扣廣告後貢獻（元）</a:t>
            </a:r>
            <a:endParaRPr lang="en-US" sz="11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216152"/>
          <a:ext cx="42062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51560"/>
                <a:gridCol w="105156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通路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4C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4C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本期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4C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差額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4C4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C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DTC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43C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400.00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43C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270.00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AD53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-130.00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C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MARKETPLACE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43C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170.00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43C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-15.00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AD53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-185.00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4572000" y="231343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4C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決議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572000" y="255117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C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決議：草稿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0" y="28163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4C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置頂待辦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572000" y="307238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還沒有置頂的待辦。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365760" y="475488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扣廣告後貢獻不含固定費與稅；兩期差額不等於原因</a:t>
            </a:r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｜指標版本 contribution-v1｜資料版本 92339086dd83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ProfitLens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本期營運會議（2026-10-03）</dc:title>
  <dc:subject>資料到 2026-08-03｜上期 2026-08-01～2026-08-01（1 天）｜本期 2026-08-02～2026-08-02（1 天）｜通路：DTC、MARKETPLACE</dc:subject>
  <dc:creator>ProfitLens</dc:creator>
  <cp:lastModifiedBy>ProfitLens</cp:lastModifiedBy>
  <cp:revision>1</cp:revision>
  <dcterms:created xsi:type="dcterms:W3CDTF">2026-10-03T10:50:20Z</dcterms:created>
  <dcterms:modified xsi:type="dcterms:W3CDTF">2026-10-03T10:50:20Z</dcterms:modified>
</cp:coreProperties>
</file>