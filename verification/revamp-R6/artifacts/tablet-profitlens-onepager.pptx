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14C45"/>
          </a:solidFill>
          <a:ln w="12700">
            <a:solidFill>
              <a:srgbClr val="214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ProfitLens 一頁摘要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資料到 2026-08-03｜上期 2026-08-01～2026-08-01（1 天）｜本期 2026-08-02～2026-08-02（1 天）｜通路：DTC、MARKETPLACE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兩個關鍵差額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97864"/>
            <a:ext cx="1965960" cy="950976"/>
          </a:xfrm>
          <a:prstGeom prst="rect">
            <a:avLst/>
          </a:prstGeom>
          <a:solidFill>
            <a:srgbClr val="F5F7F5"/>
          </a:solidFill>
          <a:ln w="9525">
            <a:solidFill>
              <a:srgbClr val="E2E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97864"/>
            <a:ext cx="196596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77F6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+220.00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2,250.00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2,470.00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97864"/>
            <a:ext cx="1965960" cy="950976"/>
          </a:xfrm>
          <a:prstGeom prst="rect">
            <a:avLst/>
          </a:prstGeom>
          <a:solidFill>
            <a:srgbClr val="F5F7F5"/>
          </a:solidFill>
          <a:ln w="9525">
            <a:solidFill>
              <a:srgbClr val="E2E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197864"/>
            <a:ext cx="1965960" cy="9509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AD53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-315.00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570.00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255.00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78024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營收多了 220 元，但扣完廣告反而少賺 315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-315.00｜下一步：看拆解找出吃掉貢獻的前兩項，到通路健檢確認是哪個通路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折扣率從 8.00% 升到 14.52%，折扣多花 250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-250.00｜下一步：列出本期促銷檔期，核對折扣有沒有換到足夠銷量；評估下一檔折扣深度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廣告佔比從 13.33% 升到 18.22%，廣告多花 150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對貢獻影響 -150.00｜下一步：比對各媒體的 ROAS，先縮減表現最差的活動，設定每週檢查點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9601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通路表｜扣廣告後貢獻（元）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216152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4C4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DTC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D53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-130.00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MARKETPLACE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170.00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43C4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-15.00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AD53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-185.00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0" y="2313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25511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C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目前檢視，不含會議決議；決議請到「會議紀錄」頁輸出。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0" y="28163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4C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置頂待辦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0" y="30723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還沒有置頂的待辦。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扣廣告後貢獻不含固定費與稅；兩期差額不等於原因</a:t>
            </a:r>
            <a:pPr indent="0" marL="0">
              <a:buNone/>
            </a:pPr>
            <a:r>
              <a:rPr lang="en-US" sz="1000" dirty="0">
                <a:solidFill>
                  <a:srgbClr val="6679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｜指標版本 contribution-v1｜資料版本 92339086dd83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ProfitLens 一頁摘要</dc:title>
  <dc:subject>資料到 2026-08-03｜上期 2026-08-01～2026-08-01（1 天）｜本期 2026-08-02～2026-08-02（1 天）｜通路：DTC、MARKETPLACE</dc:subject>
  <dc:creator>ProfitLens</dc:creator>
  <cp:lastModifiedBy>ProfitLens</cp:lastModifiedBy>
  <cp:revision>1</cp:revision>
  <dcterms:created xsi:type="dcterms:W3CDTF">2026-10-03T12:31:17Z</dcterms:created>
  <dcterms:modified xsi:type="dcterms:W3CDTF">2026-10-03T12:31:17Z</dcterms:modified>
</cp:coreProperties>
</file>