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透明底段（圖形用，非金額）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1868626.68</c:v>
                </c:pt>
                <c:pt idx="2">
                  <c:v>3842231.58</c:v>
                </c:pt>
                <c:pt idx="3">
                  <c:v>3577708.86</c:v>
                </c:pt>
                <c:pt idx="4">
                  <c:v>2002628.31</c:v>
                </c:pt>
                <c:pt idx="5">
                  <c:v>1749210.78</c:v>
                </c:pt>
                <c:pt idx="6">
                  <c:v>1715029.15</c:v>
                </c:pt>
                <c:pt idx="7">
                  <c:v>1639238.15</c:v>
                </c:pt>
                <c:pt idx="8">
                  <c:v>1630692.73</c:v>
                </c:pt>
                <c:pt idx="9">
                  <c:v>1269792.73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起訖與小計（金額）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1868626.68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1269792.73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有利差額（絕對值，圖形用）</c:v>
                </c:pt>
              </c:strCache>
            </c:strRef>
          </c:tx>
          <c:spPr>
            <a:solidFill>
              <a:srgbClr val="7F898B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3161970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不利差額（絕對值，圖形用）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1188365.1</c:v>
                </c:pt>
                <c:pt idx="3">
                  <c:v>264522.72</c:v>
                </c:pt>
                <c:pt idx="4">
                  <c:v>1575080.55</c:v>
                </c:pt>
                <c:pt idx="5">
                  <c:v>253417.53</c:v>
                </c:pt>
                <c:pt idx="6">
                  <c:v>34181.63</c:v>
                </c:pt>
                <c:pt idx="7">
                  <c:v>75791</c:v>
                </c:pt>
                <c:pt idx="8">
                  <c:v>8545.42</c:v>
                </c:pt>
                <c:pt idx="9">
                  <c:v>360900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扣廣告後貢獻兩期比較（管理報表）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營運示範 · 12 週示範資料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2026-07-13 至 2026-08-23（42 天）；上期 2026-06-01 至 2026-07-12（42 天） · 單位：新台幣元，未稅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2026-10-13 16:41（台北時間）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+170.9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614.2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785.1 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−59.9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186.9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127.0 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折扣多花 118.8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−118.8 萬 · 下一步：先列出本期的促銷檔期，核對折扣有沒有換到足夠的銷量。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淨營收多 170.9 萬，卻少賺 59.9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−59.9 萬 · 下一步：先看貢獻變化拆解中扣最多的兩項，再到通路健檢確認是哪個通路。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36.1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−36.1 萬 · 下一步：比對各媒體的 ROAS，先縮減表現最差的活動，再設定每週檢查點。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1521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各通路表現 · 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08176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官網 · 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1,147,526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1,330,963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+183,437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 · 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721,101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−61,170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−782,271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0" y="26883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926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目前檢視，不含會議決議；決議請到「會議紀錄」頁輸出。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31912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34472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扣廣告後貢獻不含固定費與稅。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資料版本 121951cb443e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59.9 萬，扣最多的一項是商品成本（−157.5 萬）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貢獻變化拆解 · 本期 2026-07-13 至 2026-08-23（42 天）；上期 2026-06-01 至 2026-07-12（42 天） · 單位：新台幣元，未稅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2296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38758" y="302498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186.9 萬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27052" y="130466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+316.2 萬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15346" y="130466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−118.8 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3640" y="195121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−26.5 萬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1934" y="209513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−157.5 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227" y="2952082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−25.3 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8521" y="308995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−3.4 萬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6815" y="3108556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−7.6 萬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45109" y="314979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−8,545 元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33403" y="315444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−36.1 萬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1697" y="3350794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127.0 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EC 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扣廣告後貢獻兩期比較（管理報表）</dc:title>
  <dc:subject>資料到 2026-08-24 · 上期 2026-06-01 至 2026-07-12（42 天） · 本期 2026-07-13 至 2026-08-23（42 天） · 通路：官網 · DTC、平台 · MARKETPLACE</dc:subject>
  <dc:creator>EC ProfitLens</dc:creator>
  <cp:lastModifiedBy>EC ProfitLens</cp:lastModifiedBy>
  <cp:revision>1</cp:revision>
  <dcterms:created xsi:type="dcterms:W3CDTF">2026-10-13T08:41:08Z</dcterms:created>
  <dcterms:modified xsi:type="dcterms:W3CDTF">2026-10-13T08:41:08Z</dcterms:modified>
</cp:coreProperties>
</file>