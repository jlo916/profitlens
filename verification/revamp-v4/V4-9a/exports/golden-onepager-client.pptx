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9"/>
          <c:h val="0.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透明底段（圖形用，非金額）</c:v>
                </c:pt>
              </c:strCache>
            </c:strRef>
          </c:tx>
          <c:spPr>
            <a:noFill/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570</c:v>
                </c:pt>
                <c:pt idx="2">
                  <c:v>920</c:v>
                </c:pt>
                <c:pt idx="3">
                  <c:v>790</c:v>
                </c:pt>
                <c:pt idx="4">
                  <c:v>515</c:v>
                </c:pt>
                <c:pt idx="5">
                  <c:v>485</c:v>
                </c:pt>
                <c:pt idx="6">
                  <c:v>479</c:v>
                </c:pt>
                <c:pt idx="7">
                  <c:v>414</c:v>
                </c:pt>
                <c:pt idx="8">
                  <c:v>405</c:v>
                </c:pt>
                <c:pt idx="9">
                  <c:v>255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起訖與小計（金額）</c:v>
                </c:pt>
              </c:strCache>
            </c:strRef>
          </c:tx>
          <c:spPr>
            <a:solidFill>
              <a:srgbClr val="4A5558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570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有利差額（絕對值，圖形用）</c:v>
                </c:pt>
              </c:strCache>
            </c:strRef>
          </c:tx>
          <c:spPr>
            <a:solidFill>
              <a:srgbClr val="7F898B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600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不利差額（絕對值，圖形用）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250</c:v>
                </c:pt>
                <c:pt idx="3">
                  <c:v>130</c:v>
                </c:pt>
                <c:pt idx="4">
                  <c:v>275</c:v>
                </c:pt>
                <c:pt idx="5">
                  <c:v>30</c:v>
                </c:pt>
                <c:pt idx="6">
                  <c:v>6</c:v>
                </c:pt>
                <c:pt idx="7">
                  <c:v>65</c:v>
                </c:pt>
                <c:pt idx="8">
                  <c:v>9</c:v>
                </c:pt>
                <c:pt idx="9">
                  <c:v>150</c:v>
                </c:pt>
                <c:pt idx="10">
                  <c:v>0</c:v>
                </c:pt>
              </c:numCache>
            </c:numRef>
          </c:val>
        </c:ser>
        <c:dLbls>
          <c:numFmt formatCode="#,##0.00;&quot;−&quot;#,##0.00;" sourceLinked="0"/>
          <c:txPr>
            <a:bodyPr/>
            <a:lstStyle/>
            <a:p>
              <a:pPr>
                <a:defRPr b="0" i="0" strike="noStrike" sz="1000" u="none">
                  <a:solidFill>
                    <a:srgbClr val="1B242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9B1B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"/>
          <c:min val="0"/>
        </c:scaling>
        <c:delete val="0"/>
        <c:axPos val="l"/>
        <c:majorGridlines>
          <c:spPr>
            <a:ln w="6350" cap="flat">
              <a:solidFill>
                <a:srgbClr val="E4E7E7"/>
              </a:solidFill>
              <a:prstDash val="solid"/>
              <a:round/>
            </a:ln>
          </c:spPr>
        </c:majorGridlines>
        <c:numFmt formatCode="#,##0;&quot;−&quot;#,##0" sourceLinked="0"/>
        <c:majorTickMark val="out"/>
        <c:minorTickMark val="none"/>
        <c:tickLblPos val="nextTo"/>
        <c:spPr>
          <a:ln w="12700" cap="flat">
            <a:solidFill>
              <a:srgbClr val="A9B1B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扣廣告後貢獻兩期比較（管理報表）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Golden · 小型對帳資料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客戶：Golden · 小型對帳資料 · 製表：EC ProfitLens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2026-08-02 至 2026-08-02（1 天）；上期 2026-08-01 至 2026-08-01（1 天） · 單位：新台幣元，未稅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指標版本 contribution-v1 · 產出時間 2026-10-13 16:41（台北時間）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關鍵數字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+220</a:t>
            </a:r>
            <a:pPr indent="0" marL="0">
              <a:buNone/>
            </a:pPr>
            <a:r>
              <a:rPr lang="en-US" sz="20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2,250 元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2,470 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3160" y="1389888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−315</a:t>
            </a:r>
            <a:pPr indent="0" marL="0">
              <a:buNone/>
            </a:pPr>
            <a:r>
              <a:rPr lang="en-US" sz="20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570 元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255 元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本期三件事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淨營收多 220 元，卻少賺 315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−315 元 · 下一步：先看貢獻變化拆解中扣最多的兩項，再到通路健檢確認是哪個通路。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折扣多花 250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−250 元 · 下一步：先列出本期的促銷檔期，核對折扣有沒有換到足夠的銷量。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廣告多花 150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−150 元 · 下一步：比對各媒體的 ROAS，先縮減表現最差的活動，再設定每週檢查點。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1521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各通路表現 · 扣廣告後貢獻（元）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08176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DTC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5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MARKETPLACE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5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0" y="25054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0" y="27432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目前檢視，不含會議決議；決議請到「會議紀錄」頁輸出。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0" y="30083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置頂待辦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0" y="32644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還沒有置頂的待辦。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扣廣告後貢獻不含固定費與稅。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少賺 315 元，扣最多的一項是商品成本（−275 元）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貢獻變化拆解 · 本期 2026-08-02 至 2026-08-02（1 天）；上期 2026-08-01 至 2026-08-01（1 天） · 單位：新台幣元，未稅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822960"/>
          <a:ext cx="84124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038758" y="2801173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570 元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27052" y="1495410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+600 元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15346" y="1495410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−250 元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103640" y="203947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−130 元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91934" y="2322393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−275 元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480227" y="292086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−30 元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168521" y="2986156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 元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6815" y="2999214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−65 元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45109" y="314067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−9 元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33403" y="316025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−150 元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21697" y="3486699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255 元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EC ProfitLens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扣廣告後貢獻兩期比較（管理報表）</dc:title>
  <dc:subject>資料到 2026-08-03 · 上期 2026-08-01 至 2026-08-01（1 天） · 本期 2026-08-02 至 2026-08-02（1 天） · 通路：DTC、MARKETPLACE</dc:subject>
  <dc:creator>EC ProfitLens</dc:creator>
  <cp:lastModifiedBy>EC ProfitLens</cp:lastModifiedBy>
  <cp:revision>1</cp:revision>
  <dcterms:created xsi:type="dcterms:W3CDTF">2026-10-13T08:41:05Z</dcterms:created>
  <dcterms:modified xsi:type="dcterms:W3CDTF">2026-10-13T08:41:05Z</dcterms:modified>
</cp:coreProperties>
</file>