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offset (for drawing, not an amount)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1868626.68</c:v>
                </c:pt>
                <c:pt idx="2">
                  <c:v>3842231.58</c:v>
                </c:pt>
                <c:pt idx="3">
                  <c:v>3577708.86</c:v>
                </c:pt>
                <c:pt idx="4">
                  <c:v>2002628.31</c:v>
                </c:pt>
                <c:pt idx="5">
                  <c:v>1749210.78</c:v>
                </c:pt>
                <c:pt idx="6">
                  <c:v>1715029.15</c:v>
                </c:pt>
                <c:pt idx="7">
                  <c:v>1639238.15</c:v>
                </c:pt>
                <c:pt idx="8">
                  <c:v>1630692.73</c:v>
                </c:pt>
                <c:pt idx="9">
                  <c:v>1269792.73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Start, subtotal and end (amount)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1868626.68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1269792.73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Favorable change (abs, for drawing)</c:v>
                </c:pt>
              </c:strCache>
            </c:strRef>
          </c:tx>
          <c:spPr>
            <a:solidFill>
              <a:srgbClr val="A9B1B1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3161970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Unfavorable change (abs, for drawing)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1188365.1</c:v>
                </c:pt>
                <c:pt idx="3">
                  <c:v>264522.72</c:v>
                </c:pt>
                <c:pt idx="4">
                  <c:v>1575080.55</c:v>
                </c:pt>
                <c:pt idx="5">
                  <c:v>253417.53</c:v>
                </c:pt>
                <c:pt idx="6">
                  <c:v>34181.63</c:v>
                </c:pt>
                <c:pt idx="7">
                  <c:v>75791</c:v>
                </c:pt>
                <c:pt idx="8">
                  <c:v>8545.42</c:v>
                </c:pt>
                <c:pt idx="9">
                  <c:v>360900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Weekly review（2026-10-05）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synthetic-demo-12w-v1 · 扣廣告後貢獻兩期比較（管理報表）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2026-07-13 至 2026-08-23（42 天）；上期 2026-06-01 至 2026-07-12（42 天） · 單位：新台幣元，未稅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2026-10-05 14:32（台北時間）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+170.9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614.2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785.1 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−59.9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186.9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127.0 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折扣多花 118.8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−118.8 萬 · 下一步：先列出本期的促銷檔期，核對折扣有沒有換到足夠的銷量。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淨營收多 170.9 萬，卻少賺 59.9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−59.9 萬 · 下一步：先看貢獻變化拆解中扣最多的兩項，再到通路健檢確認是哪個通路。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36.1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−36.1 萬 · 下一步：比對各媒體的 ROAS，先縮減表現最差的活動，再設定每週檢查點。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521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各通路表現 · 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08176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官網 · 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1,147,526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1,330,963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+183,437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 · 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721,101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−61,170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−782,271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26883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926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決議：採用 · 備註：Keep the channel plan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3191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3447288"/>
            <a:ext cx="42062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折扣率上升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 Ops · 期限 2026-10-12 · 未開始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折扣率上升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 Ops · 期限 2026-10-13 · 未開始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淨營收增加，行銷後貢獻下降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 Ops · 期限 2026-10-14 · 未開始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扣廣告後貢獻不含固定費與稅。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資料版本 121951cb443e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2|rule|line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A2|title|text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59.9 萬，扣最多的一項是商品成本（−157.5 萬）</a:t>
            </a:r>
            <a:endParaRPr lang="en-US" sz="2400" dirty="0"/>
          </a:p>
        </p:txBody>
      </p:sp>
      <p:sp>
        <p:nvSpPr>
          <p:cNvPr id="4" name="A2|subtitle|text"/>
          <p:cNvSpPr/>
          <p:nvPr/>
        </p:nvSpPr>
        <p:spPr>
          <a:xfrm>
            <a:off x="365760" y="5120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上期 6/1–7/12 到本期 7/13–8/23 · 單位：新台幣元，未稅</a:t>
            </a:r>
            <a:endParaRPr lang="en-US" sz="1000" dirty="0"/>
          </a:p>
        </p:txBody>
      </p:sp>
      <p:graphicFrame>
        <p:nvGraphicFramePr>
          <p:cNvPr id="5" name="A2|waterfall|chart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review（2026-10-05）</dc:title>
  <dc:subject>資料到 2026-08-24 · 上期 2026-06-01 至 2026-07-12（42 天） · 本期 2026-07-13 至 2026-08-23（42 天） · 通路：官網 · DTC、平台 · MARKETPLACE</dc:subject>
  <dc:creator>EC ProfitLens</dc:creator>
  <cp:lastModifiedBy>EC ProfitLens</cp:lastModifiedBy>
  <cp:revision>1</cp:revision>
  <dcterms:created xsi:type="dcterms:W3CDTF">2026-10-08T10:42:53Z</dcterms:created>
  <dcterms:modified xsi:type="dcterms:W3CDTF">2026-10-08T10:42:53Z</dcterms:modified>
</cp:coreProperties>
</file>