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 offset (for drawing, not an amount)</c:v>
                </c:pt>
              </c:strCache>
            </c:strRef>
          </c:tx>
          <c:spPr>
            <a:noFill/>
            <a:effectLst/>
          </c:spPr>
          <c:invertIfNegative val="0"/>
          <c:dLbls>
            <c:numFmt formatCode="#,##0.00;&quot;−&quot;#,##0.0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4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上期</c:v>
                  </c:pt>
                  <c:pt idx="1">
                    <c:v>原價收入</c:v>
                  </c:pt>
                  <c:pt idx="2">
                    <c:v>折扣</c:v>
                  </c:pt>
                  <c:pt idx="3">
                    <c:v>退款</c:v>
                  </c:pt>
                  <c:pt idx="4">
                    <c:v>商品成本</c:v>
                  </c:pt>
                  <c:pt idx="5">
                    <c:v>平台抽成</c:v>
                  </c:pt>
                  <c:pt idx="6">
                    <c:v>金流費</c:v>
                  </c:pt>
                  <c:pt idx="7">
                    <c:v>物流費</c:v>
                  </c:pt>
                  <c:pt idx="8">
                    <c:v>其他變動費</c:v>
                  </c:pt>
                  <c:pt idx="9">
                    <c:v>廣告費</c:v>
                  </c:pt>
                  <c:pt idx="10">
                    <c:v>本期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</c:v>
                </c:pt>
                <c:pt idx="1">
                  <c:v>80000</c:v>
                </c:pt>
                <c:pt idx="2">
                  <c:v>45000</c:v>
                </c:pt>
                <c:pt idx="3">
                  <c:v>0</c:v>
                </c:pt>
                <c:pt idx="4">
                  <c:v>-30500.5</c:v>
                </c:pt>
                <c:pt idx="5">
                  <c:v>-34500.25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-4500.25</c:v>
                </c:pt>
                <c:pt idx="10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Start, subtotal and end (amount)</c:v>
                </c:pt>
              </c:strCache>
            </c:strRef>
          </c:tx>
          <c:spPr>
            <a:solidFill>
              <a:srgbClr val="4A5558"/>
            </a:solidFill>
            <a:effectLst/>
          </c:spPr>
          <c:invertIfNegative val="0"/>
          <c:dLbls>
            <c:numFmt formatCode="#,##0.00;&quot;−&quot;#,##0.0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4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上期</c:v>
                  </c:pt>
                  <c:pt idx="1">
                    <c:v>原價收入</c:v>
                  </c:pt>
                  <c:pt idx="2">
                    <c:v>折扣</c:v>
                  </c:pt>
                  <c:pt idx="3">
                    <c:v>退款</c:v>
                  </c:pt>
                  <c:pt idx="4">
                    <c:v>商品成本</c:v>
                  </c:pt>
                  <c:pt idx="5">
                    <c:v>平台抽成</c:v>
                  </c:pt>
                  <c:pt idx="6">
                    <c:v>金流費</c:v>
                  </c:pt>
                  <c:pt idx="7">
                    <c:v>物流費</c:v>
                  </c:pt>
                  <c:pt idx="8">
                    <c:v>其他變動費</c:v>
                  </c:pt>
                  <c:pt idx="9">
                    <c:v>廣告費</c:v>
                  </c:pt>
                  <c:pt idx="10">
                    <c:v>本期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80000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-14500.25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Favorable change (abs, for drawing)</c:v>
                </c:pt>
              </c:strCache>
            </c:strRef>
          </c:tx>
          <c:spPr>
            <a:solidFill>
              <a:srgbClr val="A9B1B1"/>
            </a:solidFill>
            <a:effectLst/>
          </c:spPr>
          <c:invertIfNegative val="0"/>
          <c:dLbls>
            <c:numFmt formatCode="#,##0.00;&quot;−&quot;#,##0.0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4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上期</c:v>
                  </c:pt>
                  <c:pt idx="1">
                    <c:v>原價收入</c:v>
                  </c:pt>
                  <c:pt idx="2">
                    <c:v>折扣</c:v>
                  </c:pt>
                  <c:pt idx="3">
                    <c:v>退款</c:v>
                  </c:pt>
                  <c:pt idx="4">
                    <c:v>商品成本</c:v>
                  </c:pt>
                  <c:pt idx="5">
                    <c:v>平台抽成</c:v>
                  </c:pt>
                  <c:pt idx="6">
                    <c:v>金流費</c:v>
                  </c:pt>
                  <c:pt idx="7">
                    <c:v>物流費</c:v>
                  </c:pt>
                  <c:pt idx="8">
                    <c:v>其他變動費</c:v>
                  </c:pt>
                  <c:pt idx="9">
                    <c:v>廣告費</c:v>
                  </c:pt>
                  <c:pt idx="10">
                    <c:v>本期</c:v>
                  </c:pt>
                </c:lvl>
              </c:multiLvlStrCache>
            </c:multiLvl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0</c:v>
                </c:pt>
                <c:pt idx="1">
                  <c:v>25000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15499.75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Unfavorable change (abs, for drawing)</c:v>
                </c:pt>
              </c:strCache>
            </c:strRef>
          </c:tx>
          <c:spPr>
            <a:solidFill>
              <a:srgbClr val="B03A2E"/>
            </a:solidFill>
            <a:effectLst/>
          </c:spPr>
          <c:invertIfNegative val="0"/>
          <c:dLbls>
            <c:numFmt formatCode="#,##0.00;&quot;−&quot;#,##0.0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4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上期</c:v>
                  </c:pt>
                  <c:pt idx="1">
                    <c:v>原價收入</c:v>
                  </c:pt>
                  <c:pt idx="2">
                    <c:v>折扣</c:v>
                  </c:pt>
                  <c:pt idx="3">
                    <c:v>退款</c:v>
                  </c:pt>
                  <c:pt idx="4">
                    <c:v>商品成本</c:v>
                  </c:pt>
                  <c:pt idx="5">
                    <c:v>平台抽成</c:v>
                  </c:pt>
                  <c:pt idx="6">
                    <c:v>金流費</c:v>
                  </c:pt>
                  <c:pt idx="7">
                    <c:v>物流費</c:v>
                  </c:pt>
                  <c:pt idx="8">
                    <c:v>其他變動費</c:v>
                  </c:pt>
                  <c:pt idx="9">
                    <c:v>廣告費</c:v>
                  </c:pt>
                  <c:pt idx="10">
                    <c:v>本期</c:v>
                  </c:pt>
                </c:lvl>
              </c:multiLvlStrCache>
            </c:multiLvlStrRef>
          </c:cat>
          <c:val>
            <c:numRef>
              <c:f>Sheet1!$E$2:$E$12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60000</c:v>
                </c:pt>
                <c:pt idx="3">
                  <c:v>45000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15499.75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Favorable part below 0 (for drawing, not an amount)</c:v>
                </c:pt>
              </c:strCache>
            </c:strRef>
          </c:tx>
          <c:spPr>
            <a:solidFill>
              <a:srgbClr val="A9B1B1"/>
            </a:solidFill>
            <a:effectLst/>
          </c:spPr>
          <c:invertIfNegative val="0"/>
          <c:dLbls>
            <c:numFmt formatCode="#,##0.00;&quot;−&quot;#,##0.0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4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上期</c:v>
                  </c:pt>
                  <c:pt idx="1">
                    <c:v>原價收入</c:v>
                  </c:pt>
                  <c:pt idx="2">
                    <c:v>折扣</c:v>
                  </c:pt>
                  <c:pt idx="3">
                    <c:v>退款</c:v>
                  </c:pt>
                  <c:pt idx="4">
                    <c:v>商品成本</c:v>
                  </c:pt>
                  <c:pt idx="5">
                    <c:v>平台抽成</c:v>
                  </c:pt>
                  <c:pt idx="6">
                    <c:v>金流費</c:v>
                  </c:pt>
                  <c:pt idx="7">
                    <c:v>物流費</c:v>
                  </c:pt>
                  <c:pt idx="8">
                    <c:v>其他變動費</c:v>
                  </c:pt>
                  <c:pt idx="9">
                    <c:v>廣告費</c:v>
                  </c:pt>
                  <c:pt idx="10">
                    <c:v>本期</c:v>
                  </c:pt>
                </c:lvl>
              </c:multiLvlStrCache>
            </c:multiLvlStrRef>
          </c:cat>
          <c:val>
            <c:numRef>
              <c:f>Sheet1!$F$2:$F$12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-8000.25</c:v>
                </c:pt>
                <c:pt idx="6">
                  <c:v>-34500.25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Unfavorable part below 0 (for drawing, not an amount)</c:v>
                </c:pt>
              </c:strCache>
            </c:strRef>
          </c:tx>
          <c:spPr>
            <a:solidFill>
              <a:srgbClr val="B03A2E"/>
            </a:solidFill>
            <a:effectLst/>
          </c:spPr>
          <c:invertIfNegative val="0"/>
          <c:dLbls>
            <c:numFmt formatCode="#,##0.00;&quot;−&quot;#,##0.0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4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上期</c:v>
                  </c:pt>
                  <c:pt idx="1">
                    <c:v>原價收入</c:v>
                  </c:pt>
                  <c:pt idx="2">
                    <c:v>折扣</c:v>
                  </c:pt>
                  <c:pt idx="3">
                    <c:v>退款</c:v>
                  </c:pt>
                  <c:pt idx="4">
                    <c:v>商品成本</c:v>
                  </c:pt>
                  <c:pt idx="5">
                    <c:v>平台抽成</c:v>
                  </c:pt>
                  <c:pt idx="6">
                    <c:v>金流費</c:v>
                  </c:pt>
                  <c:pt idx="7">
                    <c:v>物流費</c:v>
                  </c:pt>
                  <c:pt idx="8">
                    <c:v>其他變動費</c:v>
                  </c:pt>
                  <c:pt idx="9">
                    <c:v>廣告費</c:v>
                  </c:pt>
                  <c:pt idx="10">
                    <c:v>本期</c:v>
                  </c:pt>
                </c:lvl>
              </c:multiLvlStrCache>
            </c:multiLvlStrRef>
          </c:cat>
          <c:val>
            <c:numRef>
              <c:f>Sheet1!$G$2:$G$12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-30500.5</c:v>
                </c:pt>
                <c:pt idx="4">
                  <c:v>-12000</c:v>
                </c:pt>
                <c:pt idx="5">
                  <c:v>0</c:v>
                </c:pt>
                <c:pt idx="6">
                  <c:v>0</c:v>
                </c:pt>
                <c:pt idx="7">
                  <c:v>-4500.25</c:v>
                </c:pt>
                <c:pt idx="8">
                  <c:v>0</c:v>
                </c:pt>
                <c:pt idx="9">
                  <c:v>-10000</c:v>
                </c:pt>
                <c:pt idx="10">
                  <c:v>0</c:v>
                </c:pt>
              </c:numCache>
            </c:numRef>
          </c:val>
        </c:ser>
        <c:dLbls>
          <c:numFmt formatCode="#,##0.00;&quot;−&quot;#,##0.00;" sourceLinked="0"/>
          <c:txPr>
            <a:bodyPr/>
            <a:lstStyle/>
            <a:p>
              <a:pPr>
                <a:defRPr b="0" i="0" strike="noStrike" sz="1000" u="none">
                  <a:solidFill>
                    <a:srgbClr val="1B24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558"/>
                </a:solidFill>
                <a:latin typeface="Microsoft Jheng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50000"/>
          <c:min val="-50000"/>
        </c:scaling>
        <c:delete val="0"/>
        <c:axPos val="l"/>
        <c:majorGridlines>
          <c:spPr>
            <a:ln w="6350" cap="flat">
              <a:solidFill>
                <a:srgbClr val="E4E7E7"/>
              </a:solidFill>
              <a:prstDash val="solid"/>
              <a:round/>
            </a:ln>
          </c:spPr>
        </c:majorGridlines>
        <c:numFmt formatCode="#,##0;&quot;−&quot;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55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5000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spike|waterfall|chart" descr=""/>
          <p:cNvGraphicFramePr/>
          <p:nvPr/>
        </p:nvGraphicFramePr>
        <p:xfrm>
          <a:off x="365760" y="365760"/>
          <a:ext cx="841248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2026-10-08T10:42:53Z</dcterms:created>
  <dcterms:modified xsi:type="dcterms:W3CDTF">2026-10-08T10:42:53Z</dcterms:modified>
</cp:coreProperties>
</file>